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8" r:id="rId5"/>
    <p:sldId id="259" r:id="rId6"/>
    <p:sldId id="266" r:id="rId7"/>
    <p:sldId id="264" r:id="rId8"/>
    <p:sldId id="265" r:id="rId9"/>
    <p:sldId id="262" r:id="rId10"/>
    <p:sldId id="263" r:id="rId11"/>
    <p:sldId id="261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9206" autoAdjust="0"/>
    <p:restoredTop sz="94660"/>
  </p:normalViewPr>
  <p:slideViewPr>
    <p:cSldViewPr snapToGrid="0">
      <p:cViewPr varScale="1">
        <p:scale>
          <a:sx n="98" d="100"/>
          <a:sy n="98" d="100"/>
        </p:scale>
        <p:origin x="25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6847D-1CF6-46BA-B46B-48BED0604A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1" cap="all" spc="1500" baseline="0">
                <a:latin typeface="+mj-lt"/>
                <a:ea typeface="Source Sans Pro SemiBold" panose="020B0603030403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B4F5A5-C931-4A4C-B6B1-EF4C95965B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cap="all" spc="4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grpSp>
        <p:nvGrpSpPr>
          <p:cNvPr id="7" name="Graphic 185">
            <a:extLst>
              <a:ext uri="{FF2B5EF4-FFF2-40B4-BE49-F238E27FC236}">
                <a16:creationId xmlns:a16="http://schemas.microsoft.com/office/drawing/2014/main" id="{8A351602-3772-4279-B0D3-A523F6F6EAB3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A5AAAA75-5FFB-4C07-AD4A-3146773E6CDD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1479895E-3847-44BB-8404-28F14219FB70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0E02F68-8149-4236-8D9F-6B550F78B932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56FCAAB-F073-4561-A484-42C7DD10DC26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CF8DB94-87A3-43E9-9BBB-301CFF0FB05B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DE4AEC-B6E4-439C-B716-EBE3D4D1D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0F569-AC90-44EB-9EF4-4E5C2F5D823C}" type="datetime1">
              <a:rPr lang="en-US" smtClean="0"/>
              <a:t>2/14/2026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78BC18-102E-45BF-8FEA-801E9C59D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A8BF5F-B1F8-461F-9B3D-7D50D0242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D6BF779-0B8C-4CC2-9268-9506AD0C5331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4149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88500-1605-41EA-A15F-9B79DF7E4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B14AC8-25A5-4D7F-BF23-CB20AA2ECF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8" name="Graphic 185">
            <a:extLst>
              <a:ext uri="{FF2B5EF4-FFF2-40B4-BE49-F238E27FC236}">
                <a16:creationId xmlns:a16="http://schemas.microsoft.com/office/drawing/2014/main" id="{8997F1B7-1EE7-4EA5-A5A4-866F9A810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B5E13483-2FB6-4753-8402-06FDC3498E06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88F0DF22-F640-4002-B783-DF1C6A9473F6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C2787B8-7984-4332-B611-D3D3DE898FE0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AF3646C-B3D7-4F57-8FD2-CD93CEB39214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65FA7DA-93A0-43A4-834C-0F1BB9806A8C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995D22-0146-4DE2-9E78-4C00333D4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D79EF-17C8-45D8-9866-DAF5723FC604}" type="datetime1">
              <a:rPr lang="en-US" smtClean="0"/>
              <a:t>2/14/2026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59717A-A1FE-485D-AFFF-2C7026C71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6DB88B-64CF-4100-8F07-D191DD793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04332FF-8349-42A5-B5C8-5EE3825CE252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2862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BFE6C-EBF1-47DE-8468-E7125172B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104992-D139-48DC-BCCE-D71EA23CA2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7" name="Graphic 185">
            <a:extLst>
              <a:ext uri="{FF2B5EF4-FFF2-40B4-BE49-F238E27FC236}">
                <a16:creationId xmlns:a16="http://schemas.microsoft.com/office/drawing/2014/main" id="{A8C5E768-0E62-4DE7-A0AF-93121DA8439E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6402845F-9E8A-41E1-B051-1AAA46C997A2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A45C410-5FD0-4339-A3BC-A865DE4190AF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7B0B703-8BA8-483C-A433-C44C809687DE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ECCFA03D-B879-419B-88B9-F4F3645C8AF5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6B0260A-6B2D-4F54-8614-60BC3103E166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1AB8F6-0796-47E9-B1D4-760B7CCFC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C2ADC-3680-4013-A757-E4663495DB98}" type="datetime1">
              <a:rPr lang="en-US" smtClean="0"/>
              <a:t>2/14/2026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886FC0-7327-44D9-B689-0AE73FD25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19D265-BFBA-4C93-9B1A-B9483AE6B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64F5FEB-DE92-47DA-8C46-DC088E8960A4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9771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637BE-B22F-40EE-94F0-04549BC56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A71582-4BAF-4211-AD4A-476ED6EB11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9DCF6B-C800-4345-BAE9-EE9FA65903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8" name="Graphic 185">
            <a:extLst>
              <a:ext uri="{FF2B5EF4-FFF2-40B4-BE49-F238E27FC236}">
                <a16:creationId xmlns:a16="http://schemas.microsoft.com/office/drawing/2014/main" id="{E6190A1E-5381-43C4-B058-7758339984D6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7E35469-0BEA-4E5E-955F-1AA300A62DE5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8F650BE-565E-4A52-8143-7A87700FC5F5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286A3F89-AA2A-44E5-915E-C47A069EB685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C57F514-AB27-4489-8D3C-01DD1025DDAD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141169F-1C39-4D04-AF32-D0D14D004B05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087465-759F-4895-8FC6-DD464FB91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1BA94-5DCA-4F19-960F-0FB2BD5EE85A}" type="datetime1">
              <a:rPr lang="en-US" smtClean="0"/>
              <a:t>2/14/2026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F1AA18-D8A5-44D9-881C-522258ED5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1BA574-A76A-4F4C-8CBD-768278B66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793E083-ADC4-4391-83DD-781529A66110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9324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1B666-D6BE-4FA8-9CF1-F15FD58B0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CE4B4A-DE64-4563-83CD-C40B1D681D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DA0314-0202-4E6D-8352-C28376A9C0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B56083-87B4-4603-B6FF-A9EB68E3E6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3708CF-F028-4917-A9CB-59BF5248A2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10" name="Graphic 185">
            <a:extLst>
              <a:ext uri="{FF2B5EF4-FFF2-40B4-BE49-F238E27FC236}">
                <a16:creationId xmlns:a16="http://schemas.microsoft.com/office/drawing/2014/main" id="{81B934BF-E239-47E1-93E9-EA3182162D21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3BBF177-5044-426A-93ED-64BDC84BF184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4270648-77F5-4D28-B691-DA57AA28FD73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086B770-2F70-4B7B-9525-286BBD63AD72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7DDC14D-7AE3-41CD-ADFC-A3601D4F9DF3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2181834-8401-4B66-85EE-1CBF57807DAB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33C091-3B62-4087-9A97-63BBE28CF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ED947-38D9-44AC-8B89-E79758333B77}" type="datetime1">
              <a:rPr lang="en-US" smtClean="0"/>
              <a:t>2/14/2026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0710C3-2723-4847-BCAF-96D9FAE50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618B2C-95AC-4438-97FD-07ACF297B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6B0F5A7-6E8A-4BCD-8F1F-233ECD21B262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6936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9CF7F-748D-4598-983E-96A2BE269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6" name="Graphic 185">
            <a:extLst>
              <a:ext uri="{FF2B5EF4-FFF2-40B4-BE49-F238E27FC236}">
                <a16:creationId xmlns:a16="http://schemas.microsoft.com/office/drawing/2014/main" id="{DFD4D3BE-80D4-4E69-9C76-F0D8517DF690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A0B6E97F-00E1-4372-8978-8BCBDC9026E6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C7651B7-7A30-4AFA-A4D7-0B0C5D2DDAAF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D2FC5CA-556B-4409-B084-34753A1F04E6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E63FB41-EE1F-4889-9096-3A38936330D5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DD19F3B-7B3E-4861-8FDA-D0116C96C16E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0A2C46-C908-4010-AAE2-9FA41B145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1E23F-BD3C-4F23-B116-2B758120C8AC}" type="datetime1">
              <a:rPr lang="en-US" smtClean="0"/>
              <a:t>2/14/2026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CF5279-7D37-4D98-9A70-987C84F62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96FAD0-59EF-49AA-BBC6-A0EC184DD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76EB399-18D2-46D5-8757-35FCFF8EA80D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229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aphic 185">
            <a:extLst>
              <a:ext uri="{FF2B5EF4-FFF2-40B4-BE49-F238E27FC236}">
                <a16:creationId xmlns:a16="http://schemas.microsoft.com/office/drawing/2014/main" id="{773CCE17-EE0F-40E0-B7AE-CF7677B64709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B0AC6C4E-6EA5-454A-AB84-8B94D8B585EC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B4329338-925B-4677-BA6E-4357D37DB545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334C0A08-043F-4818-BA1D-BCC9F811A873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DCB185DD-ED0D-4633-8098-95C4A6F177CC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2AD50526-B611-40B6-BB45-AE82F0EF5992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08C302-4224-4668-8CAC-3267172A0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CFAA9-6D59-4D98-869E-ACBDB83B2CA4}" type="datetime1">
              <a:rPr lang="en-US" smtClean="0"/>
              <a:t>2/14/2026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C8FC22-AEB6-4BAF-BF93-41A2C757C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2CA88A-5462-4F17-AFA0-52721ADDB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0CCC791-94D7-4BB8-9EDF-423CEA1F6215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644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6AC37-C5B5-462A-BE4A-E55CEBF2A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4B007F-32A8-4688-BBEF-4FCB99DF5E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F2E2EB-BF8A-44A4-8AE0-BD6C31B1D9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8" name="Graphic 185">
            <a:extLst>
              <a:ext uri="{FF2B5EF4-FFF2-40B4-BE49-F238E27FC236}">
                <a16:creationId xmlns:a16="http://schemas.microsoft.com/office/drawing/2014/main" id="{FC9E188F-54C8-4547-9F8C-525712AD7DB6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B99C4538-3939-47A9-A590-09FF21960653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7541CA75-5D05-4996-A26D-CE0C909CD5F7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86305856-26BC-4BCC-BEF3-5E9CED941775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C69651C-AC37-4CD2-8367-19297D7E2389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3E9031B-BA8D-4D9D-9BB3-A16F7A80F854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9840A2-CF60-4C47-B955-E65BC451F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10804-27E3-430A-BB42-B831260DE39A}" type="datetime1">
              <a:rPr lang="en-US" smtClean="0"/>
              <a:t>2/14/2026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79DC6E-CC55-47AB-A405-5FB7EE2D1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5D5E7D-EBA7-4DB0-8C78-7EB8A85FA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5B051DE-636E-4B3C-9886-2055CE23E49A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644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1D355-3146-41D1-B7DC-20B8ACE39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D4AAFB-E8F8-4FD1-8C6A-ED2C3FAD50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051AF1-B16F-43B9-95CC-C17B570DEC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8" name="Graphic 185">
            <a:extLst>
              <a:ext uri="{FF2B5EF4-FFF2-40B4-BE49-F238E27FC236}">
                <a16:creationId xmlns:a16="http://schemas.microsoft.com/office/drawing/2014/main" id="{C8B77273-9FF7-4B93-8385-AD09A5F86AE5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117A673-3729-4EAD-9E8C-52BEBF74B857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EE8DB752-94CD-4A94-BDE3-DD285EB89F3F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2F8DDFC-E5CA-4F36-B2BE-BCE49D4F6C95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BB589AE-2F9C-4C83-8DC7-1205CB037525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AC9A2DE-3C9E-4CD0-8C7A-CC5F9F9942E4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8C8714-2467-4715-934E-6787C84F7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22DE3-3D1A-4D53-B9A6-6C7463B8C992}" type="datetime1">
              <a:rPr lang="en-US" smtClean="0"/>
              <a:t>2/14/2026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6F13D6-03EC-4D31-8BB1-9FFDE3633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65D4DD-A2A4-4DF6-9527-E5F12FEB9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D202F3A-9FDE-4E11-B865-FBAEC415F880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528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3A871-D377-4EC0-9ACF-86842F01E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D53202-92A9-45A3-B812-777DB9578B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7" name="Graphic 185">
            <a:extLst>
              <a:ext uri="{FF2B5EF4-FFF2-40B4-BE49-F238E27FC236}">
                <a16:creationId xmlns:a16="http://schemas.microsoft.com/office/drawing/2014/main" id="{7196FB0C-3A9D-4892-90C9-21F3459AAD9E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16938C96-CF0F-4B69-A695-913F11BFC6F0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CA7E6BB-6B60-4BF5-9D3E-A3FE782EF5B0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F693EDA-57B3-4AEB-863B-B198C2A5A8E3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B3A04A96-045F-4B6E-AEEE-11A2FA01B4FC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FB357DC-5AD3-44F4-879B-5AD6B18AC36F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2CA47F-83AD-4BE3-AC2F-6C17883F7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A7D41-E8B7-4A0B-B861-3EC4AE88917D}" type="datetime1">
              <a:rPr lang="en-US" smtClean="0"/>
              <a:t>2/14/2026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118A72-3200-4597-A9C5-0D9ECFF3E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70055A-71D4-49B4-8A8F-19AFDB84E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B0E5D27-C447-432F-982D-B60FDD6F34AD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3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C59DBB-9256-464D-8A6A-8BDA71541D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25E310-E6CB-4838-8E9B-B288DA5527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7" name="Graphic 185">
            <a:extLst>
              <a:ext uri="{FF2B5EF4-FFF2-40B4-BE49-F238E27FC236}">
                <a16:creationId xmlns:a16="http://schemas.microsoft.com/office/drawing/2014/main" id="{BCF412A8-E798-47AD-ABD9-98D76A55D30B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E70160C5-475D-401A-AEE2-2C04E99A1518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07CC7CE9-9C7F-49C2-8609-47BF523390F5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726FD5F1-978C-45AF-9086-D5DBE1F01681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873AB1C-723A-4FB4-9B23-65BAF5074833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1DE5510-5094-4FA4-96E5-AD4841D1C38A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CE2202-679F-48B0-B2DD-F6F547112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34823-0B19-4B4E-A643-7A3B0A3D24D6}" type="datetime1">
              <a:rPr lang="en-US" smtClean="0"/>
              <a:t>2/14/2026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7BC83D-E4C0-49E1-ADA1-1AF403984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BF211E-B2EA-4CDC-9E84-B68983949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FE2F5FD-5D31-4C1D-82F8-93624C7B0A3C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511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33F5C3-CD4B-4472-B59A-49D460CB1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72236B-AB2C-4D6F-AE15-700992DA91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90F509-07BE-4446-8772-F44E09936B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cap="all" spc="100" baseline="0">
                <a:solidFill>
                  <a:schemeClr val="tx1">
                    <a:tint val="75000"/>
                  </a:schemeClr>
                </a:solidFill>
                <a:latin typeface="+mn-lt"/>
                <a:ea typeface="Source Sans Pro SemiBold" panose="020B0603030403020204" pitchFamily="34" charset="0"/>
              </a:defRPr>
            </a:lvl1pPr>
          </a:lstStyle>
          <a:p>
            <a:fld id="{5ECD8B30-1B71-45A1-8314-D59C86F581E1}" type="datetime1">
              <a:rPr lang="en-US" smtClean="0"/>
              <a:pPr/>
              <a:t>2/14/2026</a:t>
            </a:fld>
            <a:endParaRPr lang="en-US" b="1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1B927E-3833-4F85-99B5-56B5F1E540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cap="all" spc="100" baseline="0">
                <a:solidFill>
                  <a:schemeClr val="tx1">
                    <a:tint val="75000"/>
                  </a:schemeClr>
                </a:solidFill>
                <a:latin typeface="+mn-lt"/>
                <a:ea typeface="Source Sans Pro SemiBold" panose="020B0603030403020204" pitchFamily="34" charset="0"/>
              </a:defRPr>
            </a:lvl1pPr>
          </a:lstStyle>
          <a:p>
            <a:r>
              <a:rPr lang="en-US" dirty="0"/>
              <a:t>Sample Footer Text</a:t>
            </a:r>
            <a:endParaRPr lang="en-US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28CB64-4E98-43DE-B543-7BE5B329DB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cap="all" spc="100" baseline="0">
                <a:solidFill>
                  <a:schemeClr val="tx1">
                    <a:tint val="75000"/>
                  </a:schemeClr>
                </a:solidFill>
                <a:latin typeface="+mn-lt"/>
                <a:ea typeface="Source Sans Pro SemiBold" panose="020B0603030403020204" pitchFamily="34" charset="0"/>
              </a:defRPr>
            </a:lvl1pPr>
          </a:lstStyle>
          <a:p>
            <a:fld id="{F3450C42-9A0B-4425-92C2-70FCF7C45734}" type="slidenum">
              <a:rPr lang="en-US" smtClean="0"/>
              <a:pPr/>
              <a:t>‹#›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694802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BB168-41E9-A215-8106-D3BE304CF9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319" y="1196502"/>
            <a:ext cx="9815209" cy="213035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en-US" sz="3200" cap="none" spc="-150" dirty="0">
                <a:latin typeface="Arial" panose="020B0604020202020204" pitchFamily="34" charset="0"/>
              </a:rPr>
              <a:t>RESOLVE-IT : SMART GRIEVANCE AND FEEDBACK MANAGEMENT SYSTEM FOR PUBLIC TRANSPORT SERVICES</a:t>
            </a:r>
            <a:endParaRPr lang="en-IN" sz="3200" cap="none" spc="-15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CC8FB0-1A4B-592E-21C1-48B02B299F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17924" y="3988340"/>
            <a:ext cx="4124528" cy="1191638"/>
          </a:xfrm>
        </p:spPr>
        <p:txBody>
          <a:bodyPr>
            <a:noAutofit/>
          </a:bodyPr>
          <a:lstStyle/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Presented By:</a:t>
            </a:r>
          </a:p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M Sri Thanvi Reddy</a:t>
            </a:r>
          </a:p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Umme Aiman</a:t>
            </a:r>
          </a:p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Sumayya Tarannum</a:t>
            </a:r>
          </a:p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Atharva </a:t>
            </a:r>
            <a:r>
              <a:rPr lang="en-IN" sz="1600" dirty="0" err="1">
                <a:latin typeface="Arial" panose="020B0604020202020204" pitchFamily="34" charset="0"/>
                <a:cs typeface="Arial" panose="020B0604020202020204" pitchFamily="34" charset="0"/>
              </a:rPr>
              <a:t>Mandgaonkar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09135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296CF-A75D-7F21-36D5-6CEEAC290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Arial Black" panose="020B0A04020102020204" pitchFamily="34" charset="0"/>
              </a:rPr>
              <a:t>INTRODUCTION</a:t>
            </a:r>
            <a:endParaRPr lang="en-IN" sz="2800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811F54-8662-62D7-0361-5D2EC33C7D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7046" y="1556426"/>
            <a:ext cx="9688749" cy="4620537"/>
          </a:xfrm>
        </p:spPr>
        <p:txBody>
          <a:bodyPr>
            <a:normAutofit/>
          </a:bodyPr>
          <a:lstStyle/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latin typeface="Arial" panose="020B0604020202020204" pitchFamily="34" charset="0"/>
              </a:rPr>
              <a:t>It is designed specifically for public transport services. It allows passengers to easily report problems such as bus delays, cleanliness issues, overcrowding, or </a:t>
            </a:r>
            <a:r>
              <a:rPr lang="en-IN" sz="2000" dirty="0"/>
              <a:t>staff behaviour</a:t>
            </a:r>
            <a:r>
              <a:rPr lang="en-US" sz="2000" dirty="0">
                <a:latin typeface="Arial" panose="020B0604020202020204" pitchFamily="34" charset="0"/>
              </a:rPr>
              <a:t> </a:t>
            </a:r>
            <a:r>
              <a:rPr lang="en-US" altLang="en-US" sz="2000" dirty="0">
                <a:latin typeface="Arial" panose="020B0604020202020204" pitchFamily="34" charset="0"/>
              </a:rPr>
              <a:t>through a digital platform.</a:t>
            </a: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latin typeface="Arial" panose="020B0604020202020204" pitchFamily="34" charset="0"/>
              </a:rPr>
              <a:t>The system helps transport authorities automatically receive, assign, track and resolve complaints faster, while keeping passengers informed with status updates and improving overall service quality.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310589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CC40D-5ED8-4321-9028-9922122CE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2800" dirty="0">
                <a:latin typeface="Arial Black" panose="020B0A04020102020204" pitchFamily="34" charset="0"/>
              </a:rPr>
              <a:t>PROBLEM STATEMENTS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286D4B-82D1-F1E7-7FE2-C01000138B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8136" y="1546698"/>
            <a:ext cx="6070060" cy="4630265"/>
          </a:xfrm>
        </p:spPr>
        <p:txBody>
          <a:bodyPr/>
          <a:lstStyle/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Passengers have no proper platform to register complaints easily.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Complaints are handled manually and get delayed or lost.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There is no transparent way to track complaint status.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Authorities do not get clear reports to improve transport services.</a:t>
            </a:r>
          </a:p>
          <a:p>
            <a:endParaRPr lang="en-IN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A7D32B71-BECB-CCB3-E013-670C13CB2E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8741" y="875489"/>
            <a:ext cx="4241259" cy="4202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62629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DB105-D1FC-2445-5D8E-308F8C26C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87020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Arial Black" panose="020B0A04020102020204" pitchFamily="34" charset="0"/>
              </a:rPr>
              <a:t>EXISTING SYSTEM</a:t>
            </a:r>
            <a:endParaRPr lang="en-IN" sz="2800" dirty="0">
              <a:latin typeface="Arial Black" panose="020B0A040201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FEBF2F-03C2-141A-AA99-4449922AAB06}"/>
              </a:ext>
            </a:extLst>
          </p:cNvPr>
          <p:cNvSpPr txBox="1"/>
          <p:nvPr/>
        </p:nvSpPr>
        <p:spPr>
          <a:xfrm>
            <a:off x="836580" y="3667328"/>
            <a:ext cx="46984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latin typeface="Arial Black" panose="020B0A04020102020204" pitchFamily="34" charset="0"/>
              </a:rPr>
              <a:t>PROPOSED SYSTEM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E190ED-9678-7F40-4B44-BD96C2BE9C3C}"/>
              </a:ext>
            </a:extLst>
          </p:cNvPr>
          <p:cNvSpPr txBox="1"/>
          <p:nvPr/>
        </p:nvSpPr>
        <p:spPr>
          <a:xfrm>
            <a:off x="1177047" y="4241260"/>
            <a:ext cx="8540885" cy="1881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Passengers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submit complaints through a digital system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Issues are auto-categorized and sent to the right department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Real-time tracking and notifications are provided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Authorities monitor and resolve complaints using a dashboard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33ED0E5-7C10-CA05-D66B-B6A00C3BF4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7183" y="768486"/>
            <a:ext cx="4338537" cy="3375497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2E59D015-1150-EC26-A2F8-8E0C6CB1104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84051" y="1058036"/>
            <a:ext cx="5145932" cy="2343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Manual feedback at ticket counters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Suggestion / complaint boxes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Helpline calls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Social media complaints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Emails / basic online forms</a:t>
            </a:r>
          </a:p>
        </p:txBody>
      </p:sp>
    </p:spTree>
    <p:extLst>
      <p:ext uri="{BB962C8B-B14F-4D97-AF65-F5344CB8AC3E}">
        <p14:creationId xmlns:p14="http://schemas.microsoft.com/office/powerpoint/2010/main" val="17371084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F346F-C2F6-9C7B-83E6-950157ADE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7864" y="632299"/>
            <a:ext cx="10205935" cy="1058390"/>
          </a:xfrm>
        </p:spPr>
        <p:txBody>
          <a:bodyPr>
            <a:normAutofit/>
          </a:bodyPr>
          <a:lstStyle/>
          <a:p>
            <a:r>
              <a:rPr lang="en-IN" sz="2800" dirty="0">
                <a:latin typeface="Arial Black" panose="020B0A04020102020204" pitchFamily="34" charset="0"/>
              </a:rPr>
              <a:t>FEATURES </a:t>
            </a:r>
            <a:br>
              <a:rPr lang="en-IN" sz="2800" dirty="0">
                <a:latin typeface="Arial Black" panose="020B0A04020102020204" pitchFamily="34" charset="0"/>
              </a:rPr>
            </a:br>
            <a:endParaRPr lang="en-IN" sz="2800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3C3B58-CA9C-C169-6483-E8ACFF2F3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1872" y="1352145"/>
            <a:ext cx="7538937" cy="4824818"/>
          </a:xfrm>
        </p:spPr>
        <p:txBody>
          <a:bodyPr/>
          <a:lstStyle/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Online complaint and feedback submission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Category selection (delay, cleanliness, staff, ticketing, safety)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Automatic assignment to concerned department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Real-time status tracking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Notifications to passengers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Admin dashboard and reports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690585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108CD-5554-074D-3BAD-B033715AE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dirty="0">
                <a:latin typeface="Arial Black" panose="020B0A04020102020204" pitchFamily="34" charset="0"/>
              </a:rPr>
              <a:t>USE CASE DIAGRAM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C5764D4-BD74-B052-AE5F-D0094D5B3A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3480" y="1118681"/>
            <a:ext cx="5914418" cy="4834647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CAE5F2EE-1A7E-B5D7-9840-95BE42C32C1E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060313" y="1105060"/>
            <a:ext cx="4056436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Passenger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can register or login, raise a grievance, track the complaint, give feedback and reopen the complaint if needed.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Transport Authority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can view complaints, assign them to departments, review and take action, update status, resolve issues and view reports.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79909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263A8-9BA2-56FB-F8B2-2C3C43A90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765" y="282103"/>
            <a:ext cx="10038945" cy="1408586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Arial Black" panose="020B0A04020102020204" pitchFamily="34" charset="0"/>
                <a:cs typeface="Arial" panose="020B0604020202020204" pitchFamily="34" charset="0"/>
              </a:rPr>
              <a:t>WORKING FLOW</a:t>
            </a:r>
            <a:endParaRPr lang="en-IN" sz="2800" b="1" dirty="0"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1D62AF7-FB7E-6042-7B4D-C793FAF286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1242" r="11409"/>
          <a:stretch>
            <a:fillRect/>
          </a:stretch>
        </p:blipFill>
        <p:spPr>
          <a:xfrm>
            <a:off x="5943600" y="758757"/>
            <a:ext cx="5223753" cy="5136206"/>
          </a:xfrm>
          <a:prstGeom prst="rect">
            <a:avLst/>
          </a:prstGeom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0A597C7C-60D0-1C26-ED04-FC2012671AC8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157588" y="1079053"/>
            <a:ext cx="4533092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Passenger logs in and raises a grievance.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categorizes and sends it to the concerned department.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Admin reviews the complaint and takes action.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Status is updated and notification is sent to the passenger.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 the passenger is satisfied, the complaint is closed.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 not satisfied, the complaint is reopened.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81214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F0E06-1F65-AB5A-58B4-FE77DFE7E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7668" y="1"/>
            <a:ext cx="10556132" cy="1690688"/>
          </a:xfrm>
        </p:spPr>
        <p:txBody>
          <a:bodyPr>
            <a:normAutofit/>
          </a:bodyPr>
          <a:lstStyle/>
          <a:p>
            <a:r>
              <a:rPr lang="en-IN" sz="2800" b="1" dirty="0">
                <a:latin typeface="Arial Black" panose="020B0A04020102020204" pitchFamily="34" charset="0"/>
              </a:rPr>
              <a:t>SYSTEM ARCHITECTURE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59ACC62-06F8-6FBC-B452-11C938527E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5527" t="7339" r="5872" b="13248"/>
          <a:stretch>
            <a:fillRect/>
          </a:stretch>
        </p:blipFill>
        <p:spPr>
          <a:xfrm>
            <a:off x="5797685" y="1021405"/>
            <a:ext cx="5418305" cy="4902740"/>
          </a:xfrm>
          <a:prstGeom prst="rect">
            <a:avLst/>
          </a:prstGeom>
        </p:spPr>
      </p:pic>
      <p:sp>
        <p:nvSpPr>
          <p:cNvPr id="7" name="Rectangle 5">
            <a:extLst>
              <a:ext uri="{FF2B5EF4-FFF2-40B4-BE49-F238E27FC236}">
                <a16:creationId xmlns:a16="http://schemas.microsoft.com/office/drawing/2014/main" id="{F6DC7A59-F8C3-EB4E-B98E-A3DDFE04B13B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449419" y="1002977"/>
            <a:ext cx="3443593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Presentation layer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App and dashboard for users and admins.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Application layer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Services process complaints and workflows.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layer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Stores data and sends notifications.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82812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7619C-6FA4-82D0-011F-DE2196CF3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473" y="194554"/>
            <a:ext cx="10523706" cy="2099250"/>
          </a:xfrm>
        </p:spPr>
        <p:txBody>
          <a:bodyPr>
            <a:normAutofit/>
          </a:bodyPr>
          <a:lstStyle/>
          <a:p>
            <a:r>
              <a:rPr lang="en-IN" sz="2800" dirty="0">
                <a:latin typeface="Arial Black" panose="020B0A04020102020204" pitchFamily="34" charset="0"/>
              </a:rPr>
              <a:t>TOOLS USED</a:t>
            </a:r>
          </a:p>
        </p:txBody>
      </p:sp>
      <p:pic>
        <p:nvPicPr>
          <p:cNvPr id="1027" name="Picture 3">
            <a:extLst>
              <a:ext uri="{FF2B5EF4-FFF2-40B4-BE49-F238E27FC236}">
                <a16:creationId xmlns:a16="http://schemas.microsoft.com/office/drawing/2014/main" id="{076BC357-C5AE-D0D0-5BCD-BB57EBC4D1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5822" y="962025"/>
            <a:ext cx="4280170" cy="4261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5">
            <a:extLst>
              <a:ext uri="{FF2B5EF4-FFF2-40B4-BE49-F238E27FC236}">
                <a16:creationId xmlns:a16="http://schemas.microsoft.com/office/drawing/2014/main" id="{EECD44DC-7AC8-46D9-2058-C49776B2480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64595" y="1700864"/>
            <a:ext cx="5856051" cy="2343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Frontend: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HTML, CSS, JavaScript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Backend: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Java, Spring Boot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Database: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MySQL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Development Tool (IDE):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Eclipse / IntelliJ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Version Control: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Git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48188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5B258-6702-1606-7413-7461985C1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>
                <a:latin typeface="Arial Black" panose="020B0A04020102020204" pitchFamily="34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068FAC-F0CA-2182-9898-AB9084D82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095689" cy="43513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Resolve-It helps passengers easily report public transport issues and track their complaints transparently.</a:t>
            </a:r>
            <a:b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It improves service quality by enabling authorities to resolve problems faster and more efficiently.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619200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55C0F08-738E-D95D-55D5-BBA9EB058EED}"/>
              </a:ext>
            </a:extLst>
          </p:cNvPr>
          <p:cNvSpPr txBox="1"/>
          <p:nvPr/>
        </p:nvSpPr>
        <p:spPr>
          <a:xfrm>
            <a:off x="3047188" y="2947481"/>
            <a:ext cx="6203815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600" dirty="0">
                <a:latin typeface="Arial Black" panose="020B0A040201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468128558"/>
      </p:ext>
    </p:extLst>
  </p:cSld>
  <p:clrMapOvr>
    <a:masterClrMapping/>
  </p:clrMapOvr>
</p:sld>
</file>

<file path=ppt/theme/theme1.xml><?xml version="1.0" encoding="utf-8"?>
<a:theme xmlns:a="http://schemas.openxmlformats.org/drawingml/2006/main" name="FunkyShapesDarkVTI">
  <a:themeElements>
    <a:clrScheme name="Custom 4">
      <a:dk1>
        <a:srgbClr val="FFFFFF"/>
      </a:dk1>
      <a:lt1>
        <a:srgbClr val="000000"/>
      </a:lt1>
      <a:dk2>
        <a:srgbClr val="F3FFF8"/>
      </a:dk2>
      <a:lt2>
        <a:srgbClr val="2D2D2D"/>
      </a:lt2>
      <a:accent1>
        <a:srgbClr val="FF80BD"/>
      </a:accent1>
      <a:accent2>
        <a:srgbClr val="1EB9D3"/>
      </a:accent2>
      <a:accent3>
        <a:srgbClr val="21C46B"/>
      </a:accent3>
      <a:accent4>
        <a:srgbClr val="EA9600"/>
      </a:accent4>
      <a:accent5>
        <a:srgbClr val="F43B56"/>
      </a:accent5>
      <a:accent6>
        <a:srgbClr val="4B56E8"/>
      </a:accent6>
      <a:hlink>
        <a:srgbClr val="8F61FF"/>
      </a:hlink>
      <a:folHlink>
        <a:srgbClr val="F900A0"/>
      </a:folHlink>
    </a:clrScheme>
    <a:fontScheme name="Source Sans Pro">
      <a:majorFont>
        <a:latin typeface="Source Sans Pro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unkyShapesDarkVTI" id="{84637DF0-7D2D-4F20-816C-4D6C45F3FAF2}" vid="{0EF594EE-C33F-480F-80E7-D4F74C1C30E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Funky shapes dark</Template>
  <TotalTime>89</TotalTime>
  <Words>427</Words>
  <Application>Microsoft Office PowerPoint</Application>
  <PresentationFormat>Widescreen</PresentationFormat>
  <Paragraphs>62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Arial Black</vt:lpstr>
      <vt:lpstr>Source Sans Pro</vt:lpstr>
      <vt:lpstr>FunkyShapesDarkVTI</vt:lpstr>
      <vt:lpstr>RESOLVE-IT : SMART GRIEVANCE AND FEEDBACK MANAGEMENT SYSTEM FOR PUBLIC TRANSPORT SERVICES</vt:lpstr>
      <vt:lpstr>INTRODUCTION</vt:lpstr>
      <vt:lpstr>PROBLEM STATEMENTS</vt:lpstr>
      <vt:lpstr>EXISTING SYSTEM</vt:lpstr>
      <vt:lpstr>FEATURES  </vt:lpstr>
      <vt:lpstr>USE CASE DIAGRAM </vt:lpstr>
      <vt:lpstr>WORKING FLOW</vt:lpstr>
      <vt:lpstr>SYSTEM ARCHITECTURE</vt:lpstr>
      <vt:lpstr>TOOLS USED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Thanvi Reddy Mallu</dc:creator>
  <cp:lastModifiedBy>Thanvi Reddy Mallu</cp:lastModifiedBy>
  <cp:revision>4</cp:revision>
  <dcterms:created xsi:type="dcterms:W3CDTF">2026-02-05T12:57:45Z</dcterms:created>
  <dcterms:modified xsi:type="dcterms:W3CDTF">2026-02-14T08:14:27Z</dcterms:modified>
</cp:coreProperties>
</file>